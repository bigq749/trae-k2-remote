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大赛发的不只是一张纸质门票。很多人手里都有这块透明工牌。今天把它变成一个真正能用的东西：口袋里的闪电说和 PPT 遥控器。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同一款硬件，ESP32-C3，彩屏，右边三个键。出厂是电子名片。我们不改电路，只换脑子。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刷完之后，它在 Windows 里就是一块蓝牙键盘，名字叫 TRAE K2。没有伴侣程序，没有网页，没有账号。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硬件不用拆。USB 插上就能烧。屏、三键、蓝牙，都已经焊在牌子上。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上面两个键负责干活，最下面确认键负责换挡。短按立刻切模式，屏幕上会写得清清楚楚；长按才回菜单。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闪电说不吃模拟按键。脚本、SendInput、工牌自己录音，这条路我们走过，不行。它要的是真的 HID。工牌只发右 Ctrl 和回车，声音走电脑麦克风。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开机默认蓝色 Shandian。上键开始说、再按结束；下键回车。开会、写稿、随口记，都可以。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短按确认，标题变成橙色 PPT。上键上一页，下键下一页。同一块牌子，讲稿和翻页都在右手边。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插上电，Windows 设置里添加 TRAE K2，屏上变 Connected。不用 PIN。网页上那个 k 不是配对码。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这四条是实打实踩过的。模拟按键无效，加蓝牙时间服务会把闪电说弄没，擦 NVS 会让重连死循环，任务栏弹出层经常停在 Connecting。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仓库里有预编译固件，也有源码。更重要的是给 Agent 的说明书：另一台电脑、另一个人、另一个助手，拿到这块板，能从零做完备份、烧录、配对、验收。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同一块通行证。你可以继续当名片，也可以让它开始干活。GitHub 在最后一页。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1732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A8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社区固件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一块通行证，变成口袋里的遥控器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闪电说快捷键  ·  PPT 翻页  ·  确认键换挡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同一块硬件，很多人手里都有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ESP32-C3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 · 无 PSRAM · 8MB Flash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240×320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彩屏 · 右边三键 · 电池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51760" cy="2331720"/>
          </a:xfrm>
          <a:prstGeom prst="roundRect">
            <a:avLst>
              <a:gd name="adj" fmla="val 4706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 HID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刷完就是一块真键盘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门票还在，用法换了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电子名片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  ·  Token  ·  GAME  ·  IMAGE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要网页、要账号、要官方生态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25880"/>
            <a:ext cx="109728" cy="3063240"/>
          </a:xfrm>
          <a:prstGeom prst="roundRect">
            <a:avLst/>
          </a:prstGeom>
          <a:solidFill>
            <a:srgbClr val="0A84FF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口袋遥控器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74920" y="24231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真蓝牙键盘  ·  无伴侣脚本  ·  无云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开机叫 TRAE K2，配对一次就能用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打开就能认出来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2801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ESP32-C3 · USB VID 303A PID 1001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0574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ST7789 240×320 · 黑底 UI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34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右边三键共用一路 ADC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118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361188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 5 · 设备名 TRAE K2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最下面那颗，是换挡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880360"/>
          </a:xfrm>
          <a:prstGeom prst="roundRect">
            <a:avLst>
              <a:gd name="adj" fmla="val 4138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645920"/>
            <a:ext cx="731520" cy="73152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当前档的「上」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闪电说开始 · PPT 上一页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880360"/>
          </a:xfrm>
          <a:prstGeom prst="roundRect">
            <a:avLst>
              <a:gd name="adj" fmla="val 4138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645920"/>
            <a:ext cx="731520" cy="73152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当前档的「下」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回车 · PPT 下一页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2880360"/>
          </a:xfrm>
          <a:prstGeom prst="roundRect">
            <a:avLst>
              <a:gd name="adj" fmla="val 4138"/>
            </a:avLst>
          </a:prstGeom>
          <a:solidFill>
            <a:srgbClr val="1C1C1E"/>
          </a:solidFill>
          <a:ln/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1645920"/>
            <a:ext cx="731520" cy="731520"/>
          </a:xfrm>
          <a:prstGeom prst="ellipse">
            <a:avLst/>
          </a:prstGeom>
          <a:solidFill>
            <a:srgbClr val="FF9F0A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短按立刻换挡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长按才回菜单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闪电说要的是真键盘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走过，不行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工牌自己录音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脚本模拟按键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伴侣程序往窗口贴字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1C1C1E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D1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现在这条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 HID 键盘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 Ctrl 开始 / 结束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声音走电脑麦克风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27048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Shandian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开机默认。蓝色标题。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C1C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Right Ctrl  ·  开始 / 结束听写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C1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514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  ·  换行或发送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C1C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电脑麦克风，不是工牌麦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640080"/>
            <a:ext cx="2651760" cy="3840480"/>
          </a:xfrm>
          <a:prstGeom prst="roundRect">
            <a:avLst>
              <a:gd name="adj" fmla="val 6897"/>
            </a:avLst>
          </a:prstGeom>
          <a:solidFill>
            <a:srgbClr val="000000"/>
          </a:solidFill>
          <a:ln w="19050">
            <a:solidFill>
              <a:srgbClr val="2C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868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170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Shandian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1C1C1E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D1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 Dictate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  Enter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1C1C1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794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  switch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27048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短按确认，标题立刻变橙。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C1C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PageUp  ·  上一页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C1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514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PageDown  ·  下一页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C1C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放映、PDF、浏览器幻灯片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9320" y="640080"/>
            <a:ext cx="2651760" cy="3840480"/>
          </a:xfrm>
          <a:prstGeom prst="roundRect">
            <a:avLst>
              <a:gd name="adj" fmla="val 6897"/>
            </a:avLst>
          </a:prstGeom>
          <a:solidFill>
            <a:srgbClr val="000000"/>
          </a:solidFill>
          <a:ln w="19050">
            <a:solidFill>
              <a:srgbClr val="2C2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868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170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F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1C1C1E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D1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 Prev 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  Next page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2194560" cy="384048"/>
          </a:xfrm>
          <a:prstGeom prst="roundRect">
            <a:avLst>
              <a:gd name="adj" fmla="val 28571"/>
            </a:avLst>
          </a:prstGeom>
          <a:solidFill>
            <a:srgbClr val="1C1C1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794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F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 switched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现场三十秒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 供电或电池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屏上是蓝色 Shandian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设置里添加设备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不要用任务栏弹出层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TRAE K2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PIN，k= 不是配对码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屏变 Connected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上键就能听写，确认键换挡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这四条，后来的人不必再走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137160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不要脚本模拟键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闪电说只认 HID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114800" cy="13716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280160"/>
            <a:ext cx="91440" cy="137160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不要额外 GATT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时间服务会把键盘弄丢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13716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34640"/>
            <a:ext cx="91440" cy="137160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不要随手擦 NVS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配对信息在里面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114800" cy="13716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2834640"/>
            <a:ext cx="91440" cy="137160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不要用弹出层配对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去系统设置里添加设备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仓库是给人看的，也是给 Agent 看的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from-zero.md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手里刚拿到板：备份、烧录、配对、验收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1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7706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编码助手从零接管：禁区、键码、改哪几个文件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C1C1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472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release/*.bin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7764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IDF 也能刷，一条 Python 命令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同一块通行证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你可以继续当名片，也可以让它开始干活。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github.com/BigQ749/trae-k2-remote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 K2</dc:title>
  <dc:subject>把大赛通行证变成闪电说 / PPT 遥控器</dc:subject>
  <dc:creator>BigQ749</dc:creator>
  <cp:lastModifiedBy>BigQ749</cp:lastModifiedBy>
  <cp:revision>1</cp:revision>
  <dcterms:created xsi:type="dcterms:W3CDTF">2026-08-22T09:06:38Z</dcterms:created>
  <dcterms:modified xsi:type="dcterms:W3CDTF">2026-08-22T09:06:38Z</dcterms:modified>
</cp:coreProperties>
</file>