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这就是实物。透明壳、TRAΕ 标、右边三键。屏上已经是我们刷的 TRAE K2，现在停在 PPT 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FoloToy 官网和淘宝卖的就是这个外形。大赛门票是 TRAE 定制版，壳子、屏、三键都一样。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刷完之后，它还是这块 TRAE 工牌。屏上写 TRAE K2，橙色 PPT，Connected，电量 99%。没有伴侣程序。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右边三颗键从上到下是上、下、确认。左边 Type-C 只负责供电和烧录，HID 走蓝牙。背面印着官方 GitHub。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上面两颗干活，最下面确认键换挡。短按立刻切模式，屏幕马上改名字；长按才回菜单。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闪电说不吃模拟按键。工牌只发右 Ctrl 和回车，声音走电脑麦。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开机默认蓝色 Shandian。上键就是闪电说的右 Ctrl：按一下开始说，再按结束。下键回车。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短按确认，工牌变成橙色 PPT。上键 PageUp 上一页，下键 PageDown 下一页。左边是 PowerPoint 放映，右边是这块真机。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 设置里添加 TRAE K2。网页上那个 k 不是配对码。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模拟按键无效，加蓝牙时间服务会把闪电说弄没，擦 NVS 会让重连死循环，任务栏弹出层经常停在 Connecting。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上已经换成实物图。Agent 打开仓库就能看见这块牌子长什么样、键在哪、在控哪两个软件。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背面还写着 FoloToy 和官方仓库。我们做的是社区固件。GitHub 在这一页。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5156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51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社区固件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40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一块真通行证，变成口袋遥控器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闪电说快捷键  ·  PPT 翻页  ·  确认键换挡</a:t>
            </a:r>
            <a:endParaRPr lang="en-US" sz="1300" dirty="0"/>
          </a:p>
        </p:txBody>
      </p:sp>
      <p:pic>
        <p:nvPicPr>
          <p:cNvPr id="7" name="Image 0" descr="D:\APP\trae-k2-remote\assets\device\front-fla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320040"/>
            <a:ext cx="38404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官网就是这块板</a:t>
            </a:r>
            <a:endParaRPr lang="en-US" sz="2600" dirty="0"/>
          </a:p>
        </p:txBody>
      </p:sp>
      <p:pic>
        <p:nvPicPr>
          <p:cNvPr id="5" name="Image 0" descr="D:\APP\trae-k2-remote\assets\official\showca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5029200" cy="35204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1325880"/>
            <a:ext cx="3108960" cy="3063240"/>
          </a:xfrm>
          <a:prstGeom prst="roundRect">
            <a:avLst>
              <a:gd name="adj" fmla="val 3582"/>
            </a:avLst>
          </a:prstGeom>
          <a:solidFill>
            <a:srgbClr val="1C1C1E"/>
          </a:solidFill>
          <a:ln/>
          <a:effectLst>
            <a:outerShdw sx="100000" sy="100000" kx="0" ky="0" algn="bl" rotWithShape="0" blurRad="2258060000" dist="483870000" dir="486000000000">
              <a:srgbClr val="000000">
                <a:alpha val="40000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6072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FoloToy AI Passport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760720" y="20116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× 95 × 8.5 mm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50 g  ·  500 mAh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透明壳  ·  三键  ·  NFC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76072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棚拍来自 ai-passport.folotoy.cn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屏上是出厂名片，不是 K2。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  ·  实物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F9F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刷完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同一块牌子，屏上换成 K2</a:t>
            </a:r>
            <a:endParaRPr lang="en-US" sz="2600" dirty="0"/>
          </a:p>
        </p:txBody>
      </p:sp>
      <p:pic>
        <p:nvPicPr>
          <p:cNvPr id="5" name="Image 0" descr="D:\APP\trae-k2-remote\assets\device\front-han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4114800" cy="3520440"/>
          </a:xfrm>
          <a:prstGeom prst="rect">
            <a:avLst/>
          </a:prstGeom>
        </p:spPr>
      </p:pic>
      <p:pic>
        <p:nvPicPr>
          <p:cNvPr id="6" name="Image 1" descr="D:\APP\trae-k2-remote\assets\device\front-fla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97280"/>
            <a:ext cx="4114800" cy="3520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  ·  实物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多角度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按键在右，充电在左，背面是名片</a:t>
            </a:r>
            <a:endParaRPr lang="en-US" sz="2400" dirty="0"/>
          </a:p>
        </p:txBody>
      </p:sp>
      <p:pic>
        <p:nvPicPr>
          <p:cNvPr id="5" name="Image 0" descr="D:\APP\trae-k2-remote\assets\device\side-butt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097280"/>
            <a:ext cx="2057400" cy="3063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 · 上/下/确认</a:t>
            </a:r>
            <a:endParaRPr lang="en-US" sz="1200" dirty="0"/>
          </a:p>
        </p:txBody>
      </p:sp>
      <p:pic>
        <p:nvPicPr>
          <p:cNvPr id="7" name="Image 1" descr="D:\APP\trae-k2-remote\assets\device\side-usbc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514600" y="1097280"/>
            <a:ext cx="2057400" cy="3063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514600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 · Type-C</a:t>
            </a:r>
            <a:endParaRPr lang="en-US" sz="1200" dirty="0"/>
          </a:p>
        </p:txBody>
      </p:sp>
      <p:pic>
        <p:nvPicPr>
          <p:cNvPr id="9" name="Image 2" descr="D:\APP\trae-k2-remote\assets\device\back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09160" y="1097280"/>
            <a:ext cx="2057400" cy="30632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09160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 · FoloToy / NFC</a:t>
            </a:r>
            <a:endParaRPr lang="en-US" sz="1200" dirty="0"/>
          </a:p>
        </p:txBody>
      </p:sp>
      <p:pic>
        <p:nvPicPr>
          <p:cNvPr id="11" name="Image 3" descr="D:\APP\trae-k2-remote\assets\device\back-usb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903720" y="1097280"/>
            <a:ext cx="2057400" cy="30632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903720" y="4206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 · 插着充电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  ·  实物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按键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最下面那颗，是换挡</a:t>
            </a:r>
            <a:endParaRPr lang="en-US" sz="2600" dirty="0"/>
          </a:p>
        </p:txBody>
      </p:sp>
      <p:pic>
        <p:nvPicPr>
          <p:cNvPr id="5" name="Image 0" descr="D:\APP\trae-k2-remote\assets\device\side-button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502920"/>
            <a:ext cx="393192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18872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887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920240" y="118872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当前档的「上」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24028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2402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920240" y="22402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当前档的「下」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29184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29184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920240" y="32918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短按换挡 · 长按回菜单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  ·  实物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F9F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闪电说要的是真键盘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C1C1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走过，不行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工牌自己录音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脚本模拟按键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伴侣往窗口贴字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1C1C1E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0D1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现在这条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196596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BLE HID 键盘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 Ctrl 开始 / 结束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声音走电脑麦克风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  ·  实物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27048" cy="256032"/>
          </a:xfrm>
          <a:prstGeom prst="roundRect">
            <a:avLst>
              <a:gd name="adj" fmla="val 28571"/>
            </a:avLst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档位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Shandian  →  闪电说</a:t>
            </a:r>
            <a:endParaRPr lang="en-US" sz="2600" dirty="0"/>
          </a:p>
        </p:txBody>
      </p:sp>
      <p:pic>
        <p:nvPicPr>
          <p:cNvPr id="5" name="Image 0" descr="D:\APP\trae-k2-remote\assets\apps\shandianshu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97280"/>
            <a:ext cx="576072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63640" y="1234440"/>
            <a:ext cx="2468880" cy="3108960"/>
          </a:xfrm>
          <a:prstGeom prst="roundRect">
            <a:avLst>
              <a:gd name="adj" fmla="val 4444"/>
            </a:avLst>
          </a:prstGeom>
          <a:solidFill>
            <a:srgbClr val="1C1C1E"/>
          </a:solidFill>
          <a:ln/>
        </p:spPr>
      </p:sp>
      <p:sp>
        <p:nvSpPr>
          <p:cNvPr id="7" name="Text 4"/>
          <p:cNvSpPr/>
          <p:nvPr/>
        </p:nvSpPr>
        <p:spPr>
          <a:xfrm>
            <a:off x="6446520" y="1417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上键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46520" y="1737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 Ctrl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 / 结束听写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46520" y="2560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下键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 换行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46520" y="33832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电脑麦克风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不是工牌麦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  ·  实物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27048" cy="256032"/>
          </a:xfrm>
          <a:prstGeom prst="roundRect">
            <a:avLst>
              <a:gd name="adj" fmla="val 28571"/>
            </a:avLst>
          </a:prstGeom>
          <a:solidFill>
            <a:srgbClr val="FF9F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档位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 →  PowerPoint 翻页</a:t>
            </a:r>
            <a:endParaRPr lang="en-US" sz="2600" dirty="0"/>
          </a:p>
        </p:txBody>
      </p:sp>
      <p:pic>
        <p:nvPicPr>
          <p:cNvPr id="5" name="Image 0" descr="D:\APP\trae-k2-remote\assets\apps\powerpoin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5212080" cy="3429000"/>
          </a:xfrm>
          <a:prstGeom prst="rect">
            <a:avLst/>
          </a:prstGeom>
        </p:spPr>
      </p:pic>
      <p:pic>
        <p:nvPicPr>
          <p:cNvPr id="6" name="Image 1" descr="D:\APP\trae-k2-remote\assets\device\front-fla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0" y="1051560"/>
            <a:ext cx="3017520" cy="3429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  ·  实物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30D15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现场三十秒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1C1C1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USB 或电池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屏上是 TRAE K2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1C1C1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设置里添加设备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0" y="2039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不要用任务栏弹出层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1C1C1E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 TRAE K2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 PIN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1C1C1E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9260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84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246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 Connected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上键听写，确认换挡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  ·  实物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FF9F0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踩坑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这四条，后来的人不必再走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114800" cy="141732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43000"/>
            <a:ext cx="91440" cy="141732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不要脚本模拟键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闪电说只认 HID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143000"/>
            <a:ext cx="4114800" cy="141732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10" name="Shape 8"/>
          <p:cNvSpPr/>
          <p:nvPr/>
        </p:nvSpPr>
        <p:spPr>
          <a:xfrm>
            <a:off x="4800600" y="1143000"/>
            <a:ext cx="91440" cy="141732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不要额外 GATT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640" y="1920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时间服务会把键盘弄丢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114800" cy="141732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91440" cy="141732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不要随手擦 NVS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配对信息在里面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2743200"/>
            <a:ext cx="4114800" cy="1417320"/>
          </a:xfrm>
          <a:prstGeom prst="rect">
            <a:avLst/>
          </a:prstGeom>
          <a:solidFill>
            <a:srgbClr val="1C1C1E"/>
          </a:solidFill>
          <a:ln/>
        </p:spPr>
      </p:sp>
      <p:sp>
        <p:nvSpPr>
          <p:cNvPr id="18" name="Shape 16"/>
          <p:cNvSpPr/>
          <p:nvPr/>
        </p:nvSpPr>
        <p:spPr>
          <a:xfrm>
            <a:off x="4800600" y="2743200"/>
            <a:ext cx="91440" cy="1417320"/>
          </a:xfrm>
          <a:prstGeom prst="rect">
            <a:avLst/>
          </a:prstGeom>
          <a:solidFill>
            <a:srgbClr val="FF9F0A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不要用弹出层配对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0640" y="3520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8E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去系统设置里添加设备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  ·  实物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325880" cy="256032"/>
          </a:xfrm>
          <a:prstGeom prst="roundRect">
            <a:avLst>
              <a:gd name="adj" fmla="val 28571"/>
            </a:avLst>
          </a:prstGeom>
          <a:solidFill>
            <a:srgbClr val="0A8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0B0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仓库里现在是真机照片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710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assets/device/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你手里这块 TRAE 工牌的多角度实物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2257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assets/official/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651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FoloToy 官网棚拍，对照外形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C1C1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3741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assets/apps/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闪电说、PowerPoint 界面，讲清遥控对象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TRAE K2  ·  实物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48280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3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PP\trae-k2-remote\assets\device\bac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37760" y="365760"/>
            <a:ext cx="3840480" cy="4434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同一块通行证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1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你可以继续当名片，也可以让它开始干活。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1605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8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github.com/BigQ749/trae-k2-remote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TRAE K2</dc:title>
  <dc:subject>把大赛通行证变成闪电说 / PPT 遥控器</dc:subject>
  <dc:creator>BigQ749</dc:creator>
  <cp:lastModifiedBy>BigQ749</cp:lastModifiedBy>
  <cp:revision>1</cp:revision>
  <dcterms:created xsi:type="dcterms:W3CDTF">2026-08-22T09:27:49Z</dcterms:created>
  <dcterms:modified xsi:type="dcterms:W3CDTF">2026-08-22T09:27:49Z</dcterms:modified>
</cp:coreProperties>
</file>